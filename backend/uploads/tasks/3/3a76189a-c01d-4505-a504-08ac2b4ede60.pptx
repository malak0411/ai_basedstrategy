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1780108"/>
          </a:xfrm>
        </p:spPr>
        <p:txBody>
          <a:bodyPr>
            <a:normAutofit/>
          </a:bodyPr>
          <a:lstStyle/>
          <a:p>
            <a:r>
              <a:rPr lang="en-US" sz="4800" dirty="0" smtClean="0"/>
              <a:t>Academic English 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 smtClean="0"/>
              <a:t>Meeting One </a:t>
            </a:r>
          </a:p>
          <a:p>
            <a:pPr algn="l"/>
            <a:r>
              <a:rPr lang="en-US" b="1" dirty="0" smtClean="0"/>
              <a:t>Lecturer: Islam </a:t>
            </a:r>
            <a:r>
              <a:rPr lang="en-US" b="1" dirty="0" err="1" smtClean="0"/>
              <a:t>Mohiadeen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075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914400"/>
          </a:xfrm>
        </p:spPr>
        <p:txBody>
          <a:bodyPr/>
          <a:lstStyle/>
          <a:p>
            <a:pPr algn="l"/>
            <a:r>
              <a:rPr lang="en-US" dirty="0" smtClean="0"/>
              <a:t>Today Agendas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14600"/>
            <a:ext cx="7086600" cy="2133601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•	Introduction about the course</a:t>
            </a:r>
          </a:p>
          <a:p>
            <a:pPr algn="l"/>
            <a:r>
              <a:rPr lang="en-US" sz="2800" b="1" dirty="0"/>
              <a:t>•	 Listening Activity  </a:t>
            </a:r>
          </a:p>
          <a:p>
            <a:pPr algn="l"/>
            <a:r>
              <a:rPr lang="en-US" sz="2800" b="1" dirty="0"/>
              <a:t>•	Giving your Opinion</a:t>
            </a:r>
          </a:p>
          <a:p>
            <a:pPr algn="l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8873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•	Introduction about the course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0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2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Why Academic English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2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Your </a:t>
            </a:r>
            <a:r>
              <a:rPr lang="en-US" dirty="0"/>
              <a:t>questions and expectations</a:t>
            </a:r>
          </a:p>
        </p:txBody>
      </p:sp>
    </p:spTree>
    <p:extLst>
      <p:ext uri="{BB962C8B-B14F-4D97-AF65-F5344CB8AC3E}">
        <p14:creationId xmlns:p14="http://schemas.microsoft.com/office/powerpoint/2010/main" val="12008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96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990600"/>
          </a:xfrm>
        </p:spPr>
        <p:txBody>
          <a:bodyPr>
            <a:noAutofit/>
          </a:bodyPr>
          <a:lstStyle/>
          <a:p>
            <a:r>
              <a:rPr lang="en-US" sz="6000" dirty="0"/>
              <a:t>Active Listening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7848600" cy="1828801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dirty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It is a communicative way of listening and responding to others.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dirty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It focuses attention on the speaker and what he means</a:t>
            </a:r>
          </a:p>
        </p:txBody>
      </p:sp>
    </p:spTree>
    <p:extLst>
      <p:ext uri="{BB962C8B-B14F-4D97-AF65-F5344CB8AC3E}">
        <p14:creationId xmlns:p14="http://schemas.microsoft.com/office/powerpoint/2010/main" val="245833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 sheet one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37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780108"/>
          </a:xfrm>
        </p:spPr>
        <p:txBody>
          <a:bodyPr/>
          <a:lstStyle/>
          <a:p>
            <a:r>
              <a:rPr lang="en-US" dirty="0" smtClean="0"/>
              <a:t>Work sheet two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25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pc\Desktop\thanks\images (7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513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75</TotalTime>
  <Words>50</Words>
  <Application>Microsoft Office PowerPoint</Application>
  <PresentationFormat>On-screen Show (4:3)</PresentationFormat>
  <Paragraphs>15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Waveform</vt:lpstr>
      <vt:lpstr>Academic English </vt:lpstr>
      <vt:lpstr>Today Agendas</vt:lpstr>
      <vt:lpstr>• Introduction about the course </vt:lpstr>
      <vt:lpstr>PowerPoint Presentation</vt:lpstr>
      <vt:lpstr>Why Academic English ?</vt:lpstr>
      <vt:lpstr>Your questions and expectations</vt:lpstr>
      <vt:lpstr>PowerPoint Presentation</vt:lpstr>
      <vt:lpstr>Active Listening</vt:lpstr>
      <vt:lpstr>Work sheet one </vt:lpstr>
      <vt:lpstr>Work sheet two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English </dc:title>
  <dc:creator>Ms.Islam</dc:creator>
  <cp:lastModifiedBy>pc</cp:lastModifiedBy>
  <cp:revision>6</cp:revision>
  <dcterms:created xsi:type="dcterms:W3CDTF">2006-08-16T00:00:00Z</dcterms:created>
  <dcterms:modified xsi:type="dcterms:W3CDTF">2023-07-29T10:31:02Z</dcterms:modified>
</cp:coreProperties>
</file>